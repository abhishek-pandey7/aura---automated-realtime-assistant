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Lionel Messi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905000"/>
            <a:ext cx="7620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Times New Roman"/>
              </a:defRPr>
            </a:pPr>
          </a:p>
          <a:p>
            <a:pPr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Widely regarded as one of the greatest football players of all time, Lionel Messi is known for his extraordinary dribbling, vision, and scoring ability.</a:t>
            </a:r>
          </a:p>
          <a:p>
            <a:pPr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Born in Rosario, Argentina, he overcame a growth hormone deficiency as a child to join FC Barcelona's youth academy, La Masia, which shaped his legendary career.</a:t>
            </a:r>
          </a:p>
          <a:p>
            <a:pPr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During his tenure at Barcelona, he won numerous La Liga titles and four UEFA Champions League trophies, becoming the club's all-time leading goalscorer.</a:t>
            </a:r>
          </a:p>
          <a:p>
            <a:pPr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Messi has achieved a record-breaking number of Ballon d'Or awards, cementing his status as a dominant force in world football for nearly two decades.</a:t>
            </a:r>
          </a:p>
          <a:p>
            <a:pPr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His career reached a pinnacle in 2022 when he captained Argentina to victory in the FIFA World Cup, winning the Golden Ball as the tournament's best player.</a:t>
            </a:r>
          </a:p>
          <a:p>
            <a:pPr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Known for his humility and loyalty, he spent the majority of his professional life at one club before moving to Paris Saint-Germain and later Inter Miami CF.</a:t>
            </a:r>
          </a:p>
          <a:p>
            <a:pPr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His playstyle is characterized by a low center of gravity, allowing him to change direction rapidly and weave through defenders with ease.</a:t>
            </a:r>
          </a:p>
          <a:p>
            <a:pPr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Beyond scoring, his playmaking skills and ability to provide assists make him a complete offensive threat on the pitch.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Sachin Tendulkar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905000"/>
            <a:ext cx="7620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Times New Roman"/>
              </a:defRPr>
            </a:pPr>
          </a:p>
          <a:p>
            <a:pPr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Sachin Tendulkar, often referred to as the 'God of Cricket', is widely considered one of the greatest batsmen in the history of the sport.</a:t>
            </a:r>
          </a:p>
          <a:p>
            <a:pPr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Hailing from Mumbai, India, he made his international debut at the tender age of 16, showing maturity and skill far beyond his years.</a:t>
            </a:r>
          </a:p>
          <a:p>
            <a:pPr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He holds the record for the most runs in both Test and One Day International (ODI) cricket, demonstrating unparalleled consistency over two decades.</a:t>
            </a:r>
          </a:p>
          <a:p>
            <a:pPr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Tendulkar is the only player in the history of the game to have scored one hundred international centuries, a feat that remains a benchmark of excellence.</a:t>
            </a:r>
          </a:p>
          <a:p>
            <a:pPr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His technical perfection, particularly his straight drive, became a symbol of classical batting and inspired millions of aspiring cricketers worldwide.</a:t>
            </a:r>
          </a:p>
          <a:p>
            <a:pPr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Throughout his career, he carried the immense expectations of a billion people, maintaining a level of professionalism and humility that earned him global respect.</a:t>
            </a:r>
          </a:p>
          <a:p>
            <a:pPr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He played a pivotal role in India's victory in the 2011 ICC Cricket World Cup, fulfilling a lifelong dream and bringing glory to his nation.</a:t>
            </a:r>
          </a:p>
          <a:p>
            <a:pPr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His longevity in the sport is legendary, having played at the highest level from 1989 until his retirement in 2013, leaving an indelible mark on the game.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